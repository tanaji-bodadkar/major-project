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5b580c650_2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5b580c650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5b580c6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5b580c6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5b580c65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5b580c65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5b580c65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5b580c65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5b580c65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5b580c65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5b580c65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5b580c65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5b580c65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5b580c65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5b580c65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5b580c65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5b580c65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5b580c65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5b580c65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5b580c65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5b580c65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5b580c65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0" y="786231"/>
            <a:ext cx="8520600" cy="17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-GB" sz="2580">
                <a:solidFill>
                  <a:srgbClr val="1C4587"/>
                </a:solidFill>
              </a:rPr>
              <a:t>Maharashtra Institute of Technology, </a:t>
            </a:r>
            <a:endParaRPr b="1" i="1" sz="2580">
              <a:solidFill>
                <a:srgbClr val="1C4587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-GB" sz="2580">
                <a:solidFill>
                  <a:srgbClr val="1C4587"/>
                </a:solidFill>
              </a:rPr>
              <a:t>An Autonomous Institute</a:t>
            </a:r>
            <a:endParaRPr i="1" sz="1180" u="sng">
              <a:solidFill>
                <a:srgbClr val="1C4587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-GB" sz="1580"/>
              <a:t>Department of Emerging Science and Technology</a:t>
            </a:r>
            <a:endParaRPr b="1" i="1" sz="158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180">
              <a:solidFill>
                <a:srgbClr val="4A86E8"/>
              </a:solidFill>
            </a:endParaRPr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2037000"/>
            <a:ext cx="8832300" cy="3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51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GB" sz="1510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MEMBERs</a:t>
            </a:r>
            <a:r>
              <a:rPr lang="en-GB" sz="151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sz="151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51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38785" lvl="0" marL="4572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Roboto"/>
              <a:buAutoNum type="arabicPeriod"/>
            </a:pPr>
            <a:r>
              <a:rPr lang="en-GB" sz="151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Apoorv Anant Khobragade           C-03</a:t>
            </a:r>
            <a:endParaRPr sz="151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Roboto"/>
              <a:buNone/>
            </a:pPr>
            <a:r>
              <a:t/>
            </a:r>
            <a:endParaRPr sz="151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38785" lvl="0" marL="4572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Roboto"/>
              <a:buAutoNum type="arabicPeriod"/>
            </a:pPr>
            <a:r>
              <a:rPr lang="en-GB" sz="151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Samiksha Chandrashekar Barai  C-08</a:t>
            </a:r>
            <a:endParaRPr sz="151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Roboto"/>
              <a:buNone/>
            </a:pPr>
            <a:r>
              <a:t/>
            </a:r>
            <a:endParaRPr sz="151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38785" lvl="0" marL="4572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Roboto"/>
              <a:buAutoNum type="arabicPeriod"/>
            </a:pPr>
            <a:r>
              <a:rPr lang="en-GB" sz="151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Tanaji Shirish Bodadkar                C-17</a:t>
            </a:r>
            <a:endParaRPr sz="151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Roboto"/>
              <a:buNone/>
            </a:pPr>
            <a:r>
              <a:t/>
            </a:r>
            <a:endParaRPr sz="151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38785" lvl="0" marL="4572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Roboto"/>
              <a:buAutoNum type="arabicPeriod"/>
            </a:pPr>
            <a:r>
              <a:rPr lang="en-GB" sz="151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Neha Kailas Borse                         C-20</a:t>
            </a:r>
            <a:endParaRPr sz="151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51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51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GB" sz="1510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TOPIC:-</a:t>
            </a:r>
            <a:r>
              <a:rPr lang="en-GB" sz="161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Carbon Footprint Monitoring and Estimation for Digital Devices and Software Systems</a:t>
            </a:r>
            <a:endParaRPr sz="161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61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61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35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1" name="Google Shape;1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7519" y="197129"/>
            <a:ext cx="2664950" cy="5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AutoNum type="arabicPeriod"/>
            </a:pPr>
            <a:r>
              <a:rPr b="1" lang="en-GB">
                <a:latin typeface="Roboto"/>
                <a:ea typeface="Roboto"/>
                <a:cs typeface="Roboto"/>
                <a:sym typeface="Roboto"/>
              </a:rPr>
              <a:t>Problem Statement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Various electronic devices such as computers, servers, televisions, routers, and cloud systems consume electrical energy during operation, which contributes to carbon emissions and environmental impact.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However, there is limited awareness and lack of systems to measure the carbon footprint generated by these devices and software workloads.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Therefore, a system is needed to monitor resource usage across multiple devices, </a:t>
            </a:r>
            <a:r>
              <a:rPr b="1" lang="en-GB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estimate energy consumption</a:t>
            </a:r>
            <a:r>
              <a:rPr b="1"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-GB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convert it into carbon emissions</a:t>
            </a:r>
            <a:r>
              <a:rPr b="1"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</a:t>
            </a:r>
            <a:r>
              <a:rPr b="1" lang="en-GB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support green and sustainable computing practices</a:t>
            </a:r>
            <a:r>
              <a:rPr b="1"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oboto"/>
                <a:ea typeface="Roboto"/>
                <a:cs typeface="Roboto"/>
                <a:sym typeface="Roboto"/>
              </a:rPr>
              <a:t>2. Literature Review / Requirement Analysis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LITERATURE REVIEW	</a:t>
            </a:r>
            <a:endParaRPr sz="17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Green computing has become an important research area due to the increasing</a:t>
            </a:r>
            <a:r>
              <a:rPr lang="en-GB" sz="17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energy consumption of computing devices and software systems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Many studies focus on measuring and reducing the </a:t>
            </a:r>
            <a:r>
              <a:rPr lang="en-GB" sz="17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carbon footprint of digital infrastructure such as computers, servers, cloud platforms, and networking devices.</a:t>
            </a:r>
            <a:endParaRPr sz="17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Several tools and frameworks have been developed to estimate the environmental impact of computing processes.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One commonly used tool is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CodeCarbon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developed by the organization CodeCarbon.</a:t>
            </a:r>
            <a:b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It is a Python-based library that estimates carbon emissions produced by computing tasks by monitoring CPU, GPU, and memory usage during program execution.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type="title"/>
          </p:nvPr>
        </p:nvSpPr>
        <p:spPr>
          <a:xfrm>
            <a:off x="153075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</a:t>
            </a:r>
            <a:endParaRPr/>
          </a:p>
        </p:txBody>
      </p:sp>
      <p:sp>
        <p:nvSpPr>
          <p:cNvPr id="119" name="Google Shape;119;p28"/>
          <p:cNvSpPr txBox="1"/>
          <p:nvPr>
            <p:ph idx="1" type="body"/>
          </p:nvPr>
        </p:nvSpPr>
        <p:spPr>
          <a:xfrm>
            <a:off x="311700" y="155500"/>
            <a:ext cx="8520600" cy="48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Another approach is the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Green Algorithms methodology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proposed by researchers to estimate the environmental impact of computational processes based on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hardware usage, execution time, and power consumption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Large cloud providers such as Google and Microsoft have also introduced carbon monitoring tools like the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Cloud Carbon Footprint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the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Microsoft Sustainability Calculator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help organizations understand the carbon emissions generated by their cloud services.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However, most existing solutions mainly focus on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cloud workloads or machine learning tasks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they do not provide a simple system to monitor the carbon footprint of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multiple computing devices such as computers, routers, televisions, and other digital systems together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Therefore, there is a need for a solution that can </a:t>
            </a:r>
            <a:r>
              <a:rPr b="1" lang="en-GB" sz="17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monitor energy consumption across different devices and software systems and estimate their carbon footprint in a unified platform</a:t>
            </a:r>
            <a:r>
              <a:rPr lang="en-GB" sz="17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7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</a:t>
            </a:r>
            <a:endParaRPr/>
          </a:p>
        </p:txBody>
      </p:sp>
      <p:sp>
        <p:nvSpPr>
          <p:cNvPr id="125" name="Google Shape;125;p29"/>
          <p:cNvSpPr txBox="1"/>
          <p:nvPr>
            <p:ph idx="1" type="body"/>
          </p:nvPr>
        </p:nvSpPr>
        <p:spPr>
          <a:xfrm>
            <a:off x="0" y="174475"/>
            <a:ext cx="9405600" cy="4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REQUIREMENT ANALYSIS</a:t>
            </a:r>
            <a:endParaRPr sz="17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17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Functional Requirements</a:t>
            </a:r>
            <a:endParaRPr sz="17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system should be able to: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• Monitor resource usage such as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CPU, RAM, and execution time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software processes.</a:t>
            </a:r>
            <a:b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• Collect system data from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multiple devices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such as computers, servers, and network devices.</a:t>
            </a:r>
            <a:b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• Estimate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energy consumption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based on device usage.</a:t>
            </a:r>
            <a:b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• Convert energy consumption into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carbon emission values (CO₂ equivalent)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• Store collected data in a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database for analysis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• Display results through a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visual dashboard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for easy monitoring.</a:t>
            </a:r>
            <a:b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• Provide insights that help users understand which devices or applications consume more    energy.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</a:t>
            </a:r>
            <a:endParaRPr/>
          </a:p>
        </p:txBody>
      </p:sp>
      <p:sp>
        <p:nvSpPr>
          <p:cNvPr id="131" name="Google Shape;131;p30"/>
          <p:cNvSpPr txBox="1"/>
          <p:nvPr>
            <p:ph idx="1" type="body"/>
          </p:nvPr>
        </p:nvSpPr>
        <p:spPr>
          <a:xfrm>
            <a:off x="0" y="174475"/>
            <a:ext cx="9405600" cy="4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REQUIREMENT ANALYSIS</a:t>
            </a:r>
            <a:endParaRPr sz="17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17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Non-Functional Requirements</a:t>
            </a:r>
            <a:endParaRPr sz="17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system should be able to: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Scalability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– It should support monitoring multiple devices simultaneously.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Accuracy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– Carbon estimation should be based on reliable calculation methods.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– The system should process monitoring data efficiently.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Usability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– The dashboard should be simple and easy to understand.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Reliability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– The system should operate continuously without major failures.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oboto"/>
                <a:ea typeface="Roboto"/>
                <a:cs typeface="Roboto"/>
                <a:sym typeface="Roboto"/>
              </a:rPr>
              <a:t>3. Objective of the PROJECT 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main objective of this project is to develop a system that can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estimate the carbon footprint generated by computing devices and software systems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 order to promote sustainable and environmentally friendly computing practices.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project focuses on monitoring </a:t>
            </a: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resource usage across multiple devices such as computers, servers, routers, and other digital systems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estimating their energy consumption, and converting it into carbon emission values.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system will provide insights that help users and developers understand the </a:t>
            </a:r>
            <a:r>
              <a:rPr b="1" lang="en-GB" sz="17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environmental impact of digital technologies</a:t>
            </a:r>
            <a:r>
              <a:rPr lang="en-GB" sz="17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encourage optimization for greener computing.</a:t>
            </a:r>
            <a:endParaRPr sz="17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2"/>
          <p:cNvSpPr txBox="1"/>
          <p:nvPr>
            <p:ph idx="1" type="body"/>
          </p:nvPr>
        </p:nvSpPr>
        <p:spPr>
          <a:xfrm>
            <a:off x="311700" y="106500"/>
            <a:ext cx="8520600" cy="4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SPECIFIC OBJECTIVES</a:t>
            </a:r>
            <a:endParaRPr b="1" sz="17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-GB" sz="17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monitor resource usage 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such as CPU, memory, and execution time of software systems and digital devices.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-GB" sz="17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estimate energy consumption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based on device activity and computational workload.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-GB" sz="17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convert energy usage into carbon emission values (CO₂ equivalent)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using green computing methodologies.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-GB" sz="17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support monitoring across multiple devices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instead of a single system.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-GB" sz="17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display the results through a visualization dashboard</a:t>
            </a: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for better understanding and analysis.</a:t>
            </a:r>
            <a:endParaRPr b="1" sz="17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b="1" lang="en-GB" sz="17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promote sustainable and energy-efficient computing practices.</a:t>
            </a:r>
            <a:endParaRPr b="1" sz="17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 txBox="1"/>
          <p:nvPr>
            <p:ph type="title"/>
          </p:nvPr>
        </p:nvSpPr>
        <p:spPr>
          <a:xfrm>
            <a:off x="209736" y="2864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oboto"/>
                <a:ea typeface="Roboto"/>
                <a:cs typeface="Roboto"/>
                <a:sym typeface="Roboto"/>
              </a:rPr>
              <a:t>4. Tools and Technologies Used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33"/>
          <p:cNvSpPr txBox="1"/>
          <p:nvPr>
            <p:ph idx="1" type="body"/>
          </p:nvPr>
        </p:nvSpPr>
        <p:spPr>
          <a:xfrm>
            <a:off x="323029" y="893099"/>
            <a:ext cx="8520600" cy="39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b="1"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Programming Language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to develop the main logic of the system.</a:t>
            </a:r>
            <a:br>
              <a:rPr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Helps in collecting system resource data from devices.</a:t>
            </a:r>
            <a:br>
              <a:rPr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to calculate energy consumption and carbon emissions.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System Monitoring Library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psutil (Python library)</a:t>
            </a:r>
            <a:r>
              <a:rPr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to monitor device resources such as: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CPU usage + </a:t>
            </a:r>
            <a:r>
              <a:rPr b="1"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RAM usage + Disk usage + System processes</a:t>
            </a:r>
            <a:br>
              <a:rPr b="1"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data helps estimate </a:t>
            </a:r>
            <a:r>
              <a:rPr b="1"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energy consumption of devices</a:t>
            </a:r>
            <a:r>
              <a:rPr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4"/>
          <p:cNvSpPr txBox="1"/>
          <p:nvPr>
            <p:ph type="title"/>
          </p:nvPr>
        </p:nvSpPr>
        <p:spPr>
          <a:xfrm>
            <a:off x="300371" y="93218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</a:t>
            </a:r>
            <a:endParaRPr/>
          </a:p>
        </p:txBody>
      </p:sp>
      <p:sp>
        <p:nvSpPr>
          <p:cNvPr id="155" name="Google Shape;155;p34"/>
          <p:cNvSpPr txBox="1"/>
          <p:nvPr>
            <p:ph idx="1" type="body"/>
          </p:nvPr>
        </p:nvSpPr>
        <p:spPr>
          <a:xfrm>
            <a:off x="300371" y="487160"/>
            <a:ext cx="8520600" cy="45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b="1" lang="en-GB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Carbon Emission Estimation Tool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CodeCarbon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A Python-based tool used to estimate </a:t>
            </a:r>
            <a:r>
              <a:rPr b="1" lang="en-GB" sz="1400">
                <a:solidFill>
                  <a:schemeClr val="dk1"/>
                </a:solidFill>
              </a:rPr>
              <a:t>CO₂ emissions generated by computing processes</a:t>
            </a:r>
            <a:r>
              <a:rPr lang="en-GB" sz="1400">
                <a:solidFill>
                  <a:schemeClr val="dk1"/>
                </a:solidFill>
              </a:rPr>
              <a:t>.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Converts energy consumption into carbon footprint values.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4. Database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MySQL / SQLite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Used to store monitoring data and carbon emission results.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Helps maintain records for analysis and reporting.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</a:t>
            </a:r>
            <a:endParaRPr/>
          </a:p>
        </p:txBody>
      </p:sp>
      <p:sp>
        <p:nvSpPr>
          <p:cNvPr id="161" name="Google Shape;161;p35"/>
          <p:cNvSpPr txBox="1"/>
          <p:nvPr>
            <p:ph idx="1" type="body"/>
          </p:nvPr>
        </p:nvSpPr>
        <p:spPr>
          <a:xfrm>
            <a:off x="311700" y="487160"/>
            <a:ext cx="8520600" cy="45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 Frontend Technologies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HTML, CSS, JavaScript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to build a </a:t>
            </a:r>
            <a:r>
              <a:rPr b="1" lang="en-GB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dashboard interface</a:t>
            </a:r>
            <a:r>
              <a:rPr lang="en-GB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-GB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GB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Displays carbon emission data in tables and charts.</a:t>
            </a:r>
            <a:br>
              <a:rPr lang="en-GB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6. Data Visualization Tools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Chart.js / Matplotlib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to display </a:t>
            </a:r>
            <a:r>
              <a:rPr b="1" lang="en-GB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graphs and charts</a:t>
            </a:r>
            <a:r>
              <a:rPr lang="en-GB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showing energy consumption and carbon emissions.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